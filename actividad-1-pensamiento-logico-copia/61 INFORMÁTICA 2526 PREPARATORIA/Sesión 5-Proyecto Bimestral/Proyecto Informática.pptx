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2765b574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2765b574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2765b574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2765b574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2765b5746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2765b574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2765b574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2765b574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2765b5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2765b5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2765b57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2765b57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2765b5746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2765b5746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rodrigogg-ISB/Sesi-n-5-Proyecto-Bimestral/uploa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Proyecto Informática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Rodrigo Garcia Gallegos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</a:t>
            </a:r>
            <a:r>
              <a:rPr lang="es-419"/>
              <a:t>rupo: 6010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Profesor: Luis Alfonso Martínez Alfaro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776025"/>
            <a:ext cx="8520600" cy="28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 un </a:t>
            </a:r>
            <a:r>
              <a:rPr lang="es-419"/>
              <a:t>proyecto</a:t>
            </a:r>
            <a:r>
              <a:rPr lang="es-419"/>
              <a:t> y su objetivo es sacar buena calificación.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 un quiz de historia para medir los conocimientos que tienes sobre la revolución mexicana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1265875"/>
            <a:ext cx="8520600" cy="23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Investigué en la página de la UNAM, una nota de </a:t>
            </a:r>
            <a:r>
              <a:rPr lang="es-419"/>
              <a:t>britannica y</a:t>
            </a:r>
            <a:r>
              <a:rPr lang="es-419"/>
              <a:t> en la página del INAH. Para verificar la información usando páginas confiables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1202375"/>
            <a:ext cx="8520600" cy="2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quiz está diseñado  para responder opciones de opción múltiple, </a:t>
            </a:r>
            <a:r>
              <a:rPr lang="es-419"/>
              <a:t>pudiendo</a:t>
            </a:r>
            <a:r>
              <a:rPr lang="es-419"/>
              <a:t> responder solo con las letras A, B, C, D. Sin importar si son mayúsculas o no.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889000" y="1188350"/>
            <a:ext cx="499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https://github.com/rodrigogg-ISB/Sesi-n-5-Proyecto-Bimestral/upload</a:t>
            </a:r>
            <a:r>
              <a:rPr lang="es-419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663" y="1585913"/>
            <a:ext cx="540067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1528763"/>
            <a:ext cx="674370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subTitle"/>
          </p:nvPr>
        </p:nvSpPr>
        <p:spPr>
          <a:xfrm>
            <a:off x="311700" y="903025"/>
            <a:ext cx="8520600" cy="27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conclusión si sirve pero creo que dar las respuestas y después preguntar si quieres repetir el ejercicio pierde un poco el sentido, se </a:t>
            </a:r>
            <a:r>
              <a:rPr lang="es-419"/>
              <a:t>debería</a:t>
            </a:r>
            <a:r>
              <a:rPr lang="es-419"/>
              <a:t> de dar la opción de ver los resultados o repetir.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